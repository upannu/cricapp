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46120"/>
            <a:ext cx="12191695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&amp; PARTNER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performance and business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for fast bowling.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343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coaching analytics, academy management, and payments — built and live in production.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bowling coaching is underserved by dedicated software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914400" cy="3200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Cricket academies and clubs run on spreadsheets, group chats, and manual invoicing — even well-run programs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AI coaching apps are single-purpose: analysis only, or academy management only, rarely both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competitor combines biomechanics AI, academy operations, and automated payments in one platform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bowling specifically — the highest injury-risk discipline in the sport — has no dedicated, data-driven tool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CRIC HQ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platform, built and live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914400" cy="3200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Shape 3"/>
          <p:cNvSpPr/>
          <p:nvPr/>
        </p:nvSpPr>
        <p:spPr>
          <a:xfrm>
            <a:off x="704088" y="1783080"/>
            <a:ext cx="3413760" cy="4206240"/>
          </a:xfrm>
          <a:prstGeom prst="roundRect">
            <a:avLst>
              <a:gd name="adj" fmla="val 2143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011680"/>
            <a:ext cx="295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2331720"/>
            <a:ext cx="295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performance reports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3200400"/>
            <a:ext cx="29565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Biomechanics analysis, injury-risk tracking, and a structured 4-stage learning path tied directly to each player's data.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2168" y="1783080"/>
            <a:ext cx="3413760" cy="4206240"/>
          </a:xfrm>
          <a:prstGeom prst="roundRect">
            <a:avLst>
              <a:gd name="adj" fmla="val 2143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0768" y="2011680"/>
            <a:ext cx="295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20768" y="2331720"/>
            <a:ext cx="295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 management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20768" y="3200400"/>
            <a:ext cx="29565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Rosters, group sessions, attendance, session packs, and individual bookings — all in one dashboard.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80248" y="1783080"/>
            <a:ext cx="3413760" cy="4206240"/>
          </a:xfrm>
          <a:prstGeom prst="roundRect">
            <a:avLst>
              <a:gd name="adj" fmla="val 2143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8848" y="2011680"/>
            <a:ext cx="295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08848" y="2331720"/>
            <a:ext cx="295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infrastructure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08848" y="3200400"/>
            <a:ext cx="29565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Connect split payouts, automated reminders, and a configurable platform fee on every transaction.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CRIC HQ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6492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Positioned across categories competitors don't combine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914400" cy="32004"/>
          </a:xfrm>
          <a:prstGeom prst="rect">
            <a:avLst/>
          </a:prstGeom>
          <a:solidFill>
            <a:srgbClr val="00D4AA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265176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0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0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PitchWolf AI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0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FullTrack AI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0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CricVision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0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CRIC HQ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Bowling biomechanics AI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Single-angle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Purpose-built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Academy management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Automated payments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— split + reminders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Coach workflow tools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6177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competitor review — PitchWolf AI (San Francisco), FullTrack AI (Maiden AI Inc), CricVision.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CRIC HQ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0" y="6492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revenue streams, all live in the platform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914400" cy="3200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Shape 3"/>
          <p:cNvSpPr/>
          <p:nvPr/>
        </p:nvSpPr>
        <p:spPr>
          <a:xfrm>
            <a:off x="704088" y="1783080"/>
            <a:ext cx="3413760" cy="4206240"/>
          </a:xfrm>
          <a:prstGeom prst="roundRect">
            <a:avLst>
              <a:gd name="adj" fmla="val 2143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011680"/>
            <a:ext cx="295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SUBSCRIPTIONS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2331720"/>
            <a:ext cx="295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&amp; Coach plans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3200400"/>
            <a:ext cx="29565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 monthly subscriptions for individual players and independent coaches.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2168" y="1783080"/>
            <a:ext cx="3413760" cy="4206240"/>
          </a:xfrm>
          <a:prstGeom prst="roundRect">
            <a:avLst>
              <a:gd name="adj" fmla="val 2143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0768" y="2011680"/>
            <a:ext cx="295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LICENSES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20768" y="2331720"/>
            <a:ext cx="295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 / club / board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20768" y="3200400"/>
            <a:ext cx="29565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Quote-based institutional pricing, scaled by player count — sales-led, not self-serve.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80248" y="1783080"/>
            <a:ext cx="3413760" cy="4206240"/>
          </a:xfrm>
          <a:prstGeom prst="roundRect">
            <a:avLst>
              <a:gd name="adj" fmla="val 2143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8848" y="2011680"/>
            <a:ext cx="295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FEE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08848" y="2331720"/>
            <a:ext cx="295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Take-rate on transactions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08848" y="3200400"/>
            <a:ext cx="29565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configurable percentage (default 10%) on every session-pack and booking payment processed through the platform.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CRIC HQ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6492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THINGS STAND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production, not a prototype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914400" cy="3200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deployment live at crichq.com.au, with a separate staging environment for safe iteration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academies onboarded and using the platform for coaching, rosters, and billing today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Stripe payments processing real transactions, with automated split payouts to academies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payment-reminder pipeline (email + SMS) running daily in production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CRIC HQ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infrastructure exists to build this properly,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914400" cy="3200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Mature, low-cost building blocks — managed database/auth, payments infrastructure, and AI models — make a platform like this buildable at a fraction of the cost it required even two years ago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Cricket's fastest-growing markets (Australia, South Asia, and emerging boards) are actively digitising academy operations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bowling injury prevention is a well-documented, high-stakes problem with no dedicated software solution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CRIC HQ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914400" cy="3200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Deepen the B2B sales motion — dedicated lead intake and quote workflow for academies, clubs, and boards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notification channels (WhatsApp Business) alongside the existing email/SMS pipeline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Broaden the platform-admin toolset for multi-academy operators managing several programs at once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biomechanics coverage and benchmark data as the player base grows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CRIC HQ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TALK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and investment conversations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914400" cy="3200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building the operating system for fast bowling coaching — and we're looking for the right partners to grow it.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CRIC HQ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CRIC HQ — Investor &amp; Partner Overview</dc:title>
  <dc:subject>PptxGenJS Presentation</dc:subject>
  <dc:creator>CRIC HQ</dc:creator>
  <cp:lastModifiedBy>CRIC HQ</cp:lastModifiedBy>
  <cp:revision>1</cp:revision>
  <dcterms:created xsi:type="dcterms:W3CDTF">2026-08-20T07:22:48Z</dcterms:created>
  <dcterms:modified xsi:type="dcterms:W3CDTF">2026-08-20T07:22:48Z</dcterms:modified>
</cp:coreProperties>
</file>
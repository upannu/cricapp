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46120"/>
            <a:ext cx="12191695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ACADEMIES, CLUBS &amp; COACHES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 to coach,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manage, and get paid.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fast bowling analysis, academy management, and payments that collect themselves — all in one place.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an academy means juggling too many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5740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objective feedback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32688" y="2926080"/>
            <a:ext cx="29565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Coaches rely on the eye test. Players and parents can't see real, measurable progress between sessions.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216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0768" y="205740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eats the week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20768" y="2926080"/>
            <a:ext cx="29565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Rosters, attendance, session packs, and invoices live in spreadsheets, group chats, and memory.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8024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8848" y="205740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Chasing payments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08848" y="2926080"/>
            <a:ext cx="29565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payments mean awkward conversations instead of coaching — and no automatic way to follow up.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 brings coaching and business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Performance Reports — every session becomes measurable data, not just a memory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4-stage learning path (Foundation → Mechanics → Velocity → Elite) players actually progress through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packs, bookings, and attendance — all tracked automatically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that split and pay out automatically, with reminders that chase themselves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dashboard for admins, coaches, players, and parents — each seeing exactly what they need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COACHING, MADE MEASURABLE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Performance Reports on every session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BIOMECHANICS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Ball speed &amp; technique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 knee angle, action type, and the metrics that actually predict pace and injury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216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076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INJURY PREVENTION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2076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flags, not surprises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076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Cross-session tracking flags emerging risk before it becomes an injury, not after.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024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884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 PRESCRIPTIONS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884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work on next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0884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 links straight to the specific drill and learning-path article that fixes it.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ACADEMY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an academy admin needs, in one screen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roster, coach assignments, and progress — always up to date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sessions with recurring weekly attendance, taken in seconds on a phone or tablet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packs: sell a block of sessions upfront, credits draw down automatically as they're used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bookings for one-on-one coaching, priced per session or per age group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"Fees Due" view — who owes what, and how overdue it is, at a glance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that chase themselves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3"/>
          <p:cNvSpPr/>
          <p:nvPr/>
        </p:nvSpPr>
        <p:spPr>
          <a:xfrm>
            <a:off x="70408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REMINDERS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+ SMS, on schedule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 out, 2 days out, and on the due date — the player (and their coach, if it's urgent) gets reminded automatically.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216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076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PAYOUTS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2076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Academies get paid directly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2076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splits every payment automatically — the academy's share lands in their account with no manual invoicing.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80248" y="1783080"/>
            <a:ext cx="3413760" cy="4206240"/>
          </a:xfrm>
          <a:prstGeom prst="roundRect">
            <a:avLst>
              <a:gd name="adj" fmla="val 2143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8848" y="2011680"/>
            <a:ext cx="295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 ONLY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08848" y="2331720"/>
            <a:ext cx="295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pauses, not chaos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08848" y="3200400"/>
            <a:ext cx="295656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payment goes unresolved, access pauses automatically until it's sorted — staff are notified, not left guessing.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COACHES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that fit into a real coaching session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annotation and voice notes — feedback captured in the moment, not written up later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assessment forms and action plans players can actually follow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messaging with players and parents, all in one thread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coach chat assistant for quick technique questions between sessions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PLAYERS &amp; PARENTS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you can actually see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personal dashboard: XP, badges, and a clear stage in the learning path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report and video, saved and searchable — a real record of development over time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Parents get visibility without needing to be at every session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consent and youth-data handling built in from day one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CRIC HQ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specifically for fast bowling — not generic cricket coaching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2377440"/>
        </p:xfrm>
        <a:graphic>
          <a:graphicData uri="http://schemas.openxmlformats.org/drawingml/2006/table">
            <a:tbl>
              <a:tblPr/>
              <a:tblGrid>
                <a:gridCol w="3627120"/>
                <a:gridCol w="3627120"/>
                <a:gridCol w="3627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0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coaching apps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0F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CRIC HQ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4A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Biomechanics 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or basic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Purpose-built for fast bowling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Academy + payments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Separate tools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platform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Payment follow-up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 — email + SMS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Learning path tied to reports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content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article links to your actual data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50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running with your own academy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914400" cy="3200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pricing based on your player and coach count — no fixed shelf price, no surprises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support to import your existing roster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call to see the platform live before you commit to anything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4846320"/>
            <a:ext cx="5943600" cy="1005840"/>
          </a:xfrm>
          <a:prstGeom prst="roundRect">
            <a:avLst>
              <a:gd name="adj" fmla="val 9091"/>
            </a:avLst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8463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0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talk — book a walkthrough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CRIC HQ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0" y="6492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 HQ for Academies &amp; Coaches</dc:title>
  <dc:subject>PptxGenJS Presentation</dc:subject>
  <dc:creator>CRIC HQ</dc:creator>
  <cp:lastModifiedBy>CRIC HQ</cp:lastModifiedBy>
  <cp:revision>1</cp:revision>
  <dcterms:created xsi:type="dcterms:W3CDTF">2026-08-20T07:18:47Z</dcterms:created>
  <dcterms:modified xsi:type="dcterms:W3CDTF">2026-08-20T07:18:47Z</dcterms:modified>
</cp:coreProperties>
</file>
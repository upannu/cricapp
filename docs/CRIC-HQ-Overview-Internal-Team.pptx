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46120"/>
            <a:ext cx="12191695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— TEAM &amp; OPERATIONS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CRIC HQ actually works,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to day.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343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reference for staff supporting academies, coaches, and players on the platform.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roles, five different views of the same platform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914400" cy="32004"/>
          </a:xfrm>
          <a:prstGeom prst="rect">
            <a:avLst/>
          </a:prstGeom>
          <a:solidFill>
            <a:srgbClr val="00D4AA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329184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0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0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they see &amp; 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 Admin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platform control — Plan Catalog, approvals, platform fee settings, other admins, KPIs across every academy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Academy Admin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Their own academy: roster, coaches, session packs, billing, attendance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Coach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Their assigned players: sessions, reports, assessments, messaging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Their own progress: reports, learning path, bookings, subscription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Parent / Guardian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Visibility into their child's progress, with consent workflow for minors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CRIC HQ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29600" y="6492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DAY-TO-DAY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 Admin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914400" cy="3200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players and coaches, assign each player to a coach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group sessions (recurring weekly) and take attendance each week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session packs — a fixed number of Net Sessions at an agreed weekly pace, paid upfront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who owes what in the "Fees Due" tab, or mark a payment received with the exact date it happened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Reactivate a player's account after an overdue payment is resolved (this never happens automatically)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CRIC HQ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DAY-TO-DAY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914400" cy="3200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session, upload video from up to three angles, generate an AI performance report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 video, leave voice notes, and log a structured assessment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action plan and assign learning-path articles for a player to complete before the next session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players and parents directly from the platform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CRIC HQ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payment-reminder pipeline actually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914400" cy="3200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Shape 3"/>
          <p:cNvSpPr/>
          <p:nvPr/>
        </p:nvSpPr>
        <p:spPr>
          <a:xfrm>
            <a:off x="704088" y="1783080"/>
            <a:ext cx="3413760" cy="4206240"/>
          </a:xfrm>
          <a:prstGeom prst="roundRect">
            <a:avLst>
              <a:gd name="adj" fmla="val 2143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011680"/>
            <a:ext cx="295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&amp; 2 DAYS OUT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2331720"/>
            <a:ext cx="295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reminders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3200400"/>
            <a:ext cx="29565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Automatic, to the player only. No coach involvement yet at this stage.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2168" y="1783080"/>
            <a:ext cx="3413760" cy="4206240"/>
          </a:xfrm>
          <a:prstGeom prst="roundRect">
            <a:avLst>
              <a:gd name="adj" fmla="val 2143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0768" y="2011680"/>
            <a:ext cx="295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TODAY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20768" y="2331720"/>
            <a:ext cx="295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+ SMS to player and coach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20768" y="3200400"/>
            <a:ext cx="29565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player's assigned coach (or the academy's own phone, if no coach is assigned) is CC'd on the email and sent a text.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80248" y="1783080"/>
            <a:ext cx="3413760" cy="4206240"/>
          </a:xfrm>
          <a:prstGeom prst="roundRect">
            <a:avLst>
              <a:gd name="adj" fmla="val 2143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8848" y="2011680"/>
            <a:ext cx="295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DAYS OVERDUE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08848" y="2331720"/>
            <a:ext cx="295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locked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08848" y="3200400"/>
            <a:ext cx="29565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is disabled automatically. Player, coach, and the platform admin are all notified by email and SMS.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CRIC HQ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6492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PLAYBOOK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situations and what to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914400" cy="32004"/>
          </a:xfrm>
          <a:prstGeom prst="rect">
            <a:avLst/>
          </a:prstGeom>
          <a:solidFill>
            <a:srgbClr val="00D4AA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338328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50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50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to do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Player says they can't log in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 Session Packs → Fees Due for a "Login locked" badge — reactivate once payment is confirmed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Player was absent, coach wants to excuse it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"Credit a Session" on their pack — must be done within that pack's agreed weekly window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Academy wants a lower platform fee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 a custom rate on their assigned plan in the Plan Catalog — applies automatically everywhere, including real Stripe payouts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to add another platform admin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 Admins screen — promote or remove access, self-changes are blocked for safety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CRIC HQ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29600" y="6492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THINGS LIVE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tools,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914400" cy="3200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Catalog — every subscription and license tier, including platform-fee overrides per academy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 — pending signups waiting on platform-admin sign-off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Admins — who has full platform access, and how to change it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KPIs — cross-academy numbers for the whole platform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CRIC HQ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TO KNOW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and production are kept fully separate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914400" cy="3200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and new features happen on a separate staging environment with its own database — nothing there touches real academies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(crichq.com.au) only changes once something has been verified on staging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means new features can be tried safely before anything reaches real players and coaches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CRIC HQ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CRIC HQ — Team &amp; Operations Overview</dc:title>
  <dc:subject>PptxGenJS Presentation</dc:subject>
  <dc:creator>CRIC HQ</dc:creator>
  <cp:lastModifiedBy>CRIC HQ</cp:lastModifiedBy>
  <cp:revision>1</cp:revision>
  <dcterms:created xsi:type="dcterms:W3CDTF">2026-08-20T07:22:48Z</dcterms:created>
  <dcterms:modified xsi:type="dcterms:W3CDTF">2026-08-20T07:22:48Z</dcterms:modified>
</cp:coreProperties>
</file>